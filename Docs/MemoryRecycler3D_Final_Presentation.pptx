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  <p:defaultTextStyle>
    <a:defPPr>
      <a:defRPr lang="ko-KR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01/12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Memory Recycler 3D</a:t>
            </a:r>
          </a:p>
        </p:txBody>
      </p:sp>
      <p:sp>
        <p:nvSpPr>
          <p:cNvPr id="7" name="subtitle"/>
          <p:cNvSpPr/>
          <p:nvPr/>
        </p:nvSpPr>
        <p:spPr>
          <a:xfrm>
            <a:off x="560000" y="1000000"/>
            <a:ext cx="76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500" dirty="0">
                <a:solidFill>
                  <a:srgbClr val="9FB4C0"/>
                </a:solidFill>
                <a:latin typeface="Malgun Gothic"/>
                <a:ea typeface="맑은 고딕"/>
              </a:rPr>
              <a:t>기억 렌즈를 사용한 폐도시 기억 복원 퍼즐 게임</a:t>
            </a:r>
          </a:p>
        </p:txBody>
      </p:sp>
      <p:sp>
        <p:nvSpPr>
          <p:cNvPr id="8" name="message"/>
          <p:cNvSpPr/>
          <p:nvPr/>
        </p:nvSpPr>
        <p:spPr>
          <a:xfrm>
            <a:off x="560000" y="142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기록창을 렌즈처럼 사용해 흩어진 기억을 복원하는 3D 퍼즐 게임</a:t>
            </a:r>
          </a:p>
        </p:txBody>
      </p:sp>
      <p:sp>
        <p:nvSpPr>
          <p:cNvPr id="9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시작 화면 또는 폐도시 전경</a:t>
            </a:r>
          </a:p>
        </p:txBody>
      </p:sp>
      <p:sp>
        <p:nvSpPr>
          <p:cNvPr id="10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기억 구체 수집 → 기억 렌즈 복원 → 선택 처리 → 중앙 아카이브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Tab 기록창을 단순 메뉴가 아니라 기억 렌즈로 사용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마지막에는 아카이브가 플레이어의 선택까지 기록</a:t>
            </a:r>
          </a:p>
        </p:txBody>
      </p:sp>
      <p:sp>
        <p:nvSpPr>
          <p:cNvPr id="11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15초</a:t>
            </a:r>
          </a:p>
        </p:txBody>
      </p:sp>
      <p:sp>
        <p:nvSpPr>
          <p:cNvPr id="12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02/12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개발 배경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단순한 정보창이 아니라 UI 자체가 플레이가 되는 구조를 만들고자 했습니다.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폐도시 전경 + HUD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일반적인 탐험 게임에서 UI는 정보를 보여주는 보조 장치에 가까움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이 프로젝트는 UI를 기억을 해독하는 도구로 사용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화면과 3D 공간의 겹침을 퍼즐의 핵심으로 설계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20초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03/12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게임 콘셉트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플레이어는 폐도시의 기억을 수거하고 복원하는 수거원입니다.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기억 구체 회수 장면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기억 구체를 찾아 회수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기억 문장을 복원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보존 / 삭제 / 재가공 중 하나를 선택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처리한 기억은 중앙 아카이브 엔딩에 반영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20초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04/12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핵심 아이디어: 기억 렌즈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Tab은 메뉴가 아니라 현실 위에 기록을 겹쳐 보는 기억 렌즈입니다.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Tab 기억 렌즈 ON/OFF 비교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Tab 입력으로 기억 렌즈 ON/OFF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World Space UI가 기억의 잔상처럼 표시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UI와 3D 공간을 겹쳐 기억을 복원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기록창을 플레이 메커니즘으로 전환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35초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05/12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게임 진행 흐름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탐색, 복원, 선택, 심문으로 이어지는 기억 처리 루프입니다.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게임 루프 다이어그램</a:t>
            </a:r>
          </a:p>
        </p:txBody>
      </p:sp>
      <p:sp>
        <p:nvSpPr>
          <p:cNvPr id="9" name="flow 0"/>
          <p:cNvSpPr/>
          <p:nvPr/>
        </p:nvSpPr>
        <p:spPr>
          <a:xfrm>
            <a:off x="600000" y="2050000"/>
            <a:ext cx="1050000" cy="6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ctr"/>
            <a:r>
              <a:rPr lang="ko-KR" sz="145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탐색</a:t>
            </a:r>
          </a:p>
        </p:txBody>
      </p:sp>
      <p:sp>
        <p:nvSpPr>
          <p:cNvPr id="10" name="flow 1"/>
          <p:cNvSpPr/>
          <p:nvPr/>
        </p:nvSpPr>
        <p:spPr>
          <a:xfrm>
            <a:off x="1820000" y="2050000"/>
            <a:ext cx="1050000" cy="6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ctr"/>
            <a:r>
              <a:rPr lang="ko-KR" sz="145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회수</a:t>
            </a:r>
          </a:p>
        </p:txBody>
      </p:sp>
      <p:sp>
        <p:nvSpPr>
          <p:cNvPr id="11" name="flow 2"/>
          <p:cNvSpPr/>
          <p:nvPr/>
        </p:nvSpPr>
        <p:spPr>
          <a:xfrm>
            <a:off x="3040000" y="2050000"/>
            <a:ext cx="1050000" cy="6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ctr"/>
            <a:r>
              <a:rPr lang="ko-KR" sz="145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복원</a:t>
            </a:r>
          </a:p>
        </p:txBody>
      </p:sp>
      <p:sp>
        <p:nvSpPr>
          <p:cNvPr id="12" name="flow 3"/>
          <p:cNvSpPr/>
          <p:nvPr/>
        </p:nvSpPr>
        <p:spPr>
          <a:xfrm>
            <a:off x="4260000" y="2050000"/>
            <a:ext cx="1050000" cy="6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ctr"/>
            <a:r>
              <a:rPr lang="ko-KR" sz="145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선택</a:t>
            </a:r>
          </a:p>
        </p:txBody>
      </p:sp>
      <p:sp>
        <p:nvSpPr>
          <p:cNvPr id="13" name="flow 4"/>
          <p:cNvSpPr/>
          <p:nvPr/>
        </p:nvSpPr>
        <p:spPr>
          <a:xfrm>
            <a:off x="5480000" y="2050000"/>
            <a:ext cx="1050000" cy="6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ctr"/>
            <a:r>
              <a:rPr lang="ko-KR" sz="145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심문/엔딩</a:t>
            </a:r>
          </a:p>
        </p:txBody>
      </p:sp>
      <p:sp>
        <p:nvSpPr>
          <p:cNvPr id="14" name="flow note"/>
          <p:cNvSpPr/>
          <p:nvPr/>
        </p:nvSpPr>
        <p:spPr>
          <a:xfrm>
            <a:off x="680000" y="3100000"/>
            <a:ext cx="5900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폐도시 탐색</a:t>
            </a:r>
          </a:p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기억 구체 회수</a:t>
            </a:r>
          </a:p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기억 복원 퍼즐</a:t>
            </a:r>
          </a:p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보존 / 삭제 / 재가공 선택</a:t>
            </a:r>
          </a:p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처리 완료 3개 이상</a:t>
            </a:r>
          </a:p>
          <a:p>
            <a:pPr marL="342900" indent="-228600" algn="l">
              <a:buChar char="•"/>
            </a:pPr>
            <a:r>
              <a:rPr lang="ko-KR" sz="1280" dirty="0">
                <a:solidFill>
                  <a:srgbClr val="F2F8FF"/>
                </a:solidFill>
                <a:latin typeface="Malgun Gothic"/>
                <a:ea typeface="맑은 고딕"/>
              </a:rPr>
              <a:t>중앙 아카이브 심문 / 엔딩</a:t>
            </a:r>
          </a:p>
        </p:txBody>
      </p:sp>
      <p:sp>
        <p:nvSpPr>
          <p:cNvPr id="15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30초</a:t>
            </a:r>
          </a:p>
        </p:txBody>
      </p:sp>
      <p:sp>
        <p:nvSpPr>
          <p:cNvPr id="16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06/12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기억 렌즈 퍼즐 3종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세 기억은 각각 다른 방식으로 렌즈를 사용합니다.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LensAlign / LensOcclude / Stillness 3분할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MR3D_002 LensAlign: 빈칸을 월드 대상과 겹치기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MR3D_003 LensOcclude: 거짓 문장을 구조물로 가리기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MR3D_006 Stillness: 움직이지 않고 빈 파일 읽기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일반 기억은 Sequence 퍼즐로 복원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35초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07/12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보존 / 삭제 / 재가공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같은 기억도 선택에 따라 엔딩에서 다른 형태로 증언합니다.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보존/삭제/재가공 선택 UI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보존: 원본 기억을 그대로 남김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삭제: 증언이 공백으로 처리됨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재가공: 견딜 수 있는 이야기로 바뀌지만 기록 불일치가 남음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선택 결과가 아카이브 증언에 반영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25초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08/12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PlayerMemoryLog와 아카이브 심문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플레이어가 기억을 처리한다고 생각하지만 게임은 플레이어의 행동도 기억합니다.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아카이브 자기기록 심문 UI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첫 선택, 처리 방식, 퍼즐 오답, 렌즈 복원 방식 기록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중앙 아카이브에서 플레이어의 행동을 다시 질문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정답률에 따라 자기기록 일치 / 부분 일치 / 불일치 출력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엔딩에서 플레이어의 선택을 회수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30초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09/12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시스템 / 클래스 구조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기억 데이터, UI, 로그, 아카이브를 분리해 유지보수 가능한 구조로 구성했습니다.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시스템 구조도</a:t>
            </a:r>
          </a:p>
        </p:txBody>
      </p:sp>
      <p:sp>
        <p:nvSpPr>
          <p:cNvPr id="9" name="class table"/>
          <p:cNvSpPr/>
          <p:nvPr/>
        </p:nvSpPr>
        <p:spPr>
          <a:xfrm>
            <a:off x="620000" y="1700000"/>
            <a:ext cx="5900000" cy="335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27D7E7"/>
            </a:solidFill>
          </a:ln>
        </p:spPr>
        <p:txBody>
          <a:bodyPr wrap="square" anchor="mid"/>
          <a:lstStyle/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MemoryManager3D: 기억 상태 관리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MemoryData3D: 기억 데이터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MemoryObject3D: 월드 기억 오브젝트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MemoryLensEcho3D: 월드 공간 기억 UI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UIManager3D: HUD / 카드 / 퍼즐 / 심문 UI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PlayerMemoryLog3D: 플레이 행동 기록</a:t>
            </a:r>
          </a:p>
          <a:p>
            <a:pPr algn="l"/>
            <a:r>
              <a:rPr lang="ko-KR" sz="1220" dirty="0">
                <a:solidFill>
                  <a:srgbClr val="F2F8FF"/>
                </a:solidFill>
                <a:latin typeface="Malgun Gothic"/>
                <a:ea typeface="맑은 고딕"/>
              </a:rPr>
              <a:t>ArchiveTerminal3D: 중앙 아카이브와 엔딩 진입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30초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10/12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시연 영상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핵심 루프와 기억 렌즈 퍼즐, 아카이브 심문을 2분 30초로 압축해 보여드립니다.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[시연 영상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시연 영상 삽입 예정: 2분 30초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기억 구체 회수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Tab 기억 렌즈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LensAlign / LensOcclude / Stillness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보존 / 삭제 / 재가공 선택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아카이브 심문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엔딩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2분 30초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11/12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한계점 및 개선 방향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핵심 시스템은 구현했지만 콘텐츠와 연출 확장이 필요합니다.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중앙 아카이브 또는 엔딩 화면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기억 데이터 8개 중 특수 렌즈 퍼즐은 3개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폐도시 공간과 스토리 반전 보강 필요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사운드와 카메라 연출 추가 가능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렌즈 퍼즐 종류와 시퀀스 확장 가능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20초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85000"/>
          </a:xfrm>
          <a:prstGeom prst="rect">
            <a:avLst/>
          </a:prstGeom>
          <a:solidFill>
            <a:srgbClr val="27D7E7"/>
          </a:solidFill>
          <a:ln>
            <a:noFill/>
          </a:ln>
        </p:spPr>
      </p:sp>
      <p:sp>
        <p:nvSpPr>
          <p:cNvPr id="4" name="lens frame"/>
          <p:cNvSpPr/>
          <p:nvPr/>
        </p:nvSpPr>
        <p:spPr>
          <a:xfrm>
            <a:off x="10020000" y="260000"/>
            <a:ext cx="1350000" cy="135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7D7E7"/>
            </a:solidFill>
          </a:ln>
        </p:spPr>
      </p:sp>
      <p:sp>
        <p:nvSpPr>
          <p:cNvPr id="5" name="slide number"/>
          <p:cNvSpPr/>
          <p:nvPr/>
        </p:nvSpPr>
        <p:spPr>
          <a:xfrm>
            <a:off x="10820000" y="360000"/>
            <a:ext cx="72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맑은 고딕"/>
              </a:rPr>
              <a:t>12/12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900" dirty="0">
                <a:b/>
                <a:solidFill>
                  <a:srgbClr val="FFFFFF"/>
                </a:solidFill>
                <a:latin typeface="Malgun Gothic"/>
                <a:ea typeface="맑은 고딕"/>
              </a:rPr>
              <a:t>마무리 / Q&amp;A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650" dirty="0">
                <a:b/>
                <a:solidFill>
                  <a:srgbClr val="27D7E7"/>
                </a:solidFill>
                <a:latin typeface="Malgun Gothic"/>
                <a:ea typeface="맑은 고딕"/>
              </a:rPr>
              <a:t>Memory Recycler 3D는 UI를 렌즈로 바꾸고 마지막에는 플레이어의 행동까지 기억하는 게임입니다.</a:t>
            </a:r>
          </a:p>
        </p:txBody>
      </p:sp>
      <p:sp>
        <p:nvSpPr>
          <p:cNvPr id="8" name="placeholder"/>
          <p:cNvSpPr/>
          <p:nvPr/>
        </p:nvSpPr>
        <p:spPr>
          <a:xfrm>
            <a:off x="7000000" y="1660000"/>
            <a:ext cx="4380000" cy="3450000"/>
          </a:xfrm>
          <a:prstGeom prst="roundRect">
            <a:avLst/>
          </a:prstGeom>
          <a:solidFill>
            <a:srgbClr val="08141B"/>
          </a:solidFill>
          <a:ln w="19050">
            <a:solidFill>
              <a:srgbClr val="27D7E7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[스크린샷 삽입 예정]</a:t>
            </a:r>
          </a:p>
          <a:p>
            <a:pPr algn="ctr"/>
            <a:r>
              <a:rPr lang="ko-KR" sz="1600" dirty="0">
                <a:solidFill>
                  <a:srgbClr val="9FB4C0"/>
                </a:solidFill>
                <a:latin typeface="Malgun Gothic"/>
                <a:ea typeface="맑은 고딕"/>
              </a:rPr>
              <a:t>엔딩 핵심 문장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20000"/>
            <a:ext cx="5850000" cy="32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UI를 3D 공간과 겹치는 퍼즐로 사용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보존 / 삭제 / 재가공 선택을 엔딩에 반영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PlayerMemoryLog를 통한 자기기록 심문</a:t>
            </a:r>
          </a:p>
          <a:p>
            <a:pPr marL="342900" indent="-228600" algn="l">
              <a:buChar char="•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맑은 고딕"/>
              </a:rPr>
              <a:t>질문 감사합니다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40000"/>
            <a:ext cx="2500000" cy="310000"/>
          </a:xfrm>
          <a:prstGeom prst="roundRect">
            <a:avLst/>
          </a:prstGeom>
          <a:solidFill>
            <a:srgbClr val="0D2230"/>
          </a:solidFill>
          <a:ln w="19050">
            <a:solidFill>
              <a:srgbClr val="5D7480"/>
            </a:solidFill>
          </a:ln>
        </p:spPr>
        <p:txBody>
          <a:bodyPr wrap="square" anchor="mid"/>
          <a:lstStyle/>
          <a:p>
            <a:pPr algn="ctr"/>
            <a:r>
              <a:rPr lang="ko-KR" sz="1150" dirty="0">
                <a:solidFill>
                  <a:srgbClr val="9FB4C0"/>
                </a:solidFill>
                <a:latin typeface="Malgun Gothic"/>
                <a:ea typeface="맑은 고딕"/>
              </a:rPr>
              <a:t>예상 발표 시간: 10초</a:t>
            </a:r>
          </a:p>
        </p:txBody>
      </p:sp>
      <p:sp>
        <p:nvSpPr>
          <p:cNvPr id="11" name="footer"/>
          <p:cNvSpPr/>
          <p:nvPr/>
        </p:nvSpPr>
        <p:spPr>
          <a:xfrm>
            <a:off x="7600000" y="6090000"/>
            <a:ext cx="392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00" dirty="0">
                <a:solidFill>
                  <a:srgbClr val="5D7480"/>
                </a:solidFill>
                <a:latin typeface="Malgun Gothic"/>
                <a:ea typeface="맑은 고딕"/>
              </a:rPr>
              <a:t>Memory Recycler 3D | 7분 최종 발표 초안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R3D Dark">
  <a:themeElements>
    <a:clrScheme name="MR3D">
      <a:dk1>
        <a:srgbClr val="071018"/>
      </a:dk1>
      <a:lt1>
        <a:srgbClr val="F2F8FF"/>
      </a:lt1>
      <a:dk2>
        <a:srgbClr val="0D2230"/>
      </a:dk2>
      <a:lt2>
        <a:srgbClr val="9FB4C0"/>
      </a:lt2>
      <a:accent1>
        <a:srgbClr val="27D7E7"/>
      </a:accent1>
      <a:accent2>
        <a:srgbClr val="3B82F6"/>
      </a:accent2>
      <a:accent3>
        <a:srgbClr val="67E8A6"/>
      </a:accent3>
      <a:accent4>
        <a:srgbClr val="F8D66D"/>
      </a:accent4>
      <a:accent5>
        <a:srgbClr val="E46D78"/>
      </a:accent5>
      <a:accent6>
        <a:srgbClr val="5D7480"/>
      </a:accent6>
      <a:hlink>
        <a:srgbClr val="27D7E7"/>
      </a:hlink>
      <a:folHlink>
        <a:srgbClr val="3B82F6"/>
      </a:folHlink>
    </a:clrScheme>
    <a:fontScheme name="MR3D">
      <a:majorFont>
        <a:latin typeface="Malgun Gothic"/>
        <a:ea typeface="맑은 고딕"/>
        <a:cs typeface="Arial"/>
      </a:majorFont>
      <a:minorFont>
        <a:latin typeface="Malgun Gothic"/>
        <a:ea typeface="맑은 고딕"/>
        <a:cs typeface="Arial"/>
      </a:minorFont>
    </a:fontScheme>
    <a:fmtScheme name="MR3D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12</Slides>
  <Company>Memory Recycler 3D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Recycler 3D Final Presentation Draft</dc:title>
  <dc:creator>Codex</dc:creator>
  <cp:lastModifiedBy>Codex</cp:lastModifiedBy>
</cp:coreProperties>
</file>