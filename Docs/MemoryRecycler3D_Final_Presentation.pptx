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wide"/>
  <p:notesSz cx="6858000" cy="9144000"/>
  <p:defaultTextStyle>
    <a:defPPr>
      <a:defRPr lang="ko-KR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4" name="lens glow"/>
          <p:cNvSpPr/>
          <p:nvPr/>
        </p:nvSpPr>
        <p:spPr>
          <a:xfrm>
            <a:off x="10000000" y="250000"/>
            <a:ext cx="1500000" cy="150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8D8E8"/>
            </a:solidFill>
          </a:ln>
        </p:spPr>
      </p:sp>
      <p:sp>
        <p:nvSpPr>
          <p:cNvPr id="5" name="slide no"/>
          <p:cNvSpPr/>
          <p:nvPr/>
        </p:nvSpPr>
        <p:spPr>
          <a:xfrm>
            <a:off x="10800000" y="350000"/>
            <a:ext cx="7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300" dirty="0">
                <a:solidFill>
                  <a:srgbClr val="9FB4C0"/>
                </a:solidFill>
                <a:latin typeface="Malgun Gothic"/>
                <a:ea typeface="Malgun Gothic"/>
              </a:rPr>
              <a:t>01/12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85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Memory Recycler 3D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700" dirty="0">
                <a:b/>
                <a:solidFill>
                  <a:srgbClr val="28D8E8"/>
                </a:solidFill>
                <a:latin typeface="Malgun Gothic"/>
                <a:ea typeface="Malgun Gothic"/>
              </a:rPr>
              <a:t>???? ??? ???? 3D ?? ??</a:t>
            </a:r>
          </a:p>
        </p:txBody>
      </p:sp>
      <p:sp>
        <p:nvSpPr>
          <p:cNvPr id="8" name="placeholder"/>
          <p:cNvSpPr/>
          <p:nvPr/>
        </p:nvSpPr>
        <p:spPr>
          <a:xfrm>
            <a:off x="7050000" y="1670000"/>
            <a:ext cx="4350000" cy="3420000"/>
          </a:xfrm>
          <a:prstGeom prst="roundRect">
            <a:avLst/>
          </a:prstGeom>
          <a:solidFill>
            <a:srgbClr val="0A141B"/>
          </a:solidFill>
          <a:ln w="19050">
            <a:solidFill>
              <a:srgbClr val="28D8E8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[???? ?? ??]</a:t>
            </a:r>
          </a:p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??? ?? ?? ??? ??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00000"/>
            <a:ext cx="5850000" cy="33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 ?? ?? ? ?? ?? ?? ? ?? ?? ? ?? ????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???? ?? UI? ??? ?? ???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????? ????? ????? ???? ??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20000"/>
            <a:ext cx="2500000" cy="3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5F7783"/>
            </a:solidFill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Malgun Gothic"/>
              </a:rPr>
              <a:t>?? ?? ??: 15?</a:t>
            </a:r>
          </a:p>
        </p:txBody>
      </p:sp>
      <p:sp>
        <p:nvSpPr>
          <p:cNvPr id="11" name="footer"/>
          <p:cNvSpPr/>
          <p:nvPr/>
        </p:nvSpPr>
        <p:spPr>
          <a:xfrm>
            <a:off x="7700000" y="6060000"/>
            <a:ext cx="38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50" dirty="0">
                <a:solidFill>
                  <a:srgbClr val="5F7783"/>
                </a:solidFill>
                <a:latin typeface="Malgun Gothic"/>
                <a:ea typeface="Malgun Gothic"/>
              </a:rPr>
              <a:t>Memory Recycler 3D | 7? ?? ?? ??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4" name="lens glow"/>
          <p:cNvSpPr/>
          <p:nvPr/>
        </p:nvSpPr>
        <p:spPr>
          <a:xfrm>
            <a:off x="10000000" y="250000"/>
            <a:ext cx="1500000" cy="150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8D8E8"/>
            </a:solidFill>
          </a:ln>
        </p:spPr>
      </p:sp>
      <p:sp>
        <p:nvSpPr>
          <p:cNvPr id="5" name="slide no"/>
          <p:cNvSpPr/>
          <p:nvPr/>
        </p:nvSpPr>
        <p:spPr>
          <a:xfrm>
            <a:off x="10800000" y="350000"/>
            <a:ext cx="7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300" dirty="0">
                <a:solidFill>
                  <a:srgbClr val="9FB4C0"/>
                </a:solidFill>
                <a:latin typeface="Malgun Gothic"/>
                <a:ea typeface="Malgun Gothic"/>
              </a:rPr>
              <a:t>02/12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85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 ??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700" dirty="0">
                <a:b/>
                <a:solidFill>
                  <a:srgbClr val="28D8E8"/>
                </a:solidFill>
                <a:latin typeface="Malgun Gothic"/>
                <a:ea typeface="Malgun Gothic"/>
              </a:rPr>
              <a:t>?? ?? ??? 3D ?? ?? ?? ???? ??</a:t>
            </a:r>
          </a:p>
        </p:txBody>
      </p:sp>
      <p:sp>
        <p:nvSpPr>
          <p:cNvPr id="8" name="placeholder"/>
          <p:cNvSpPr/>
          <p:nvPr/>
        </p:nvSpPr>
        <p:spPr>
          <a:xfrm>
            <a:off x="7050000" y="1670000"/>
            <a:ext cx="4350000" cy="3420000"/>
          </a:xfrm>
          <a:prstGeom prst="roundRect">
            <a:avLst/>
          </a:prstGeom>
          <a:solidFill>
            <a:srgbClr val="0A141B"/>
          </a:solidFill>
          <a:ln w="19050">
            <a:solidFill>
              <a:srgbClr val="28D8E8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[???? ?? ??]</a:t>
            </a:r>
          </a:p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??? ?? + ?? ??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00000"/>
            <a:ext cx="5850000" cy="33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 ?? ?? ??? ?? ???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??? ?? ? ?? ?? UI? Tab ??? ?? ????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UI ?? ??? ??? ??? ?? ??? ??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20000"/>
            <a:ext cx="2500000" cy="3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5F7783"/>
            </a:solidFill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Malgun Gothic"/>
              </a:rPr>
              <a:t>?? ?? ??: 20?</a:t>
            </a:r>
          </a:p>
        </p:txBody>
      </p:sp>
      <p:sp>
        <p:nvSpPr>
          <p:cNvPr id="11" name="footer"/>
          <p:cNvSpPr/>
          <p:nvPr/>
        </p:nvSpPr>
        <p:spPr>
          <a:xfrm>
            <a:off x="7700000" y="6060000"/>
            <a:ext cx="38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50" dirty="0">
                <a:solidFill>
                  <a:srgbClr val="5F7783"/>
                </a:solidFill>
                <a:latin typeface="Malgun Gothic"/>
                <a:ea typeface="Malgun Gothic"/>
              </a:rPr>
              <a:t>Memory Recycler 3D | 7? ?? ?? ??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4" name="lens glow"/>
          <p:cNvSpPr/>
          <p:nvPr/>
        </p:nvSpPr>
        <p:spPr>
          <a:xfrm>
            <a:off x="10000000" y="250000"/>
            <a:ext cx="1500000" cy="150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8D8E8"/>
            </a:solidFill>
          </a:ln>
        </p:spPr>
      </p:sp>
      <p:sp>
        <p:nvSpPr>
          <p:cNvPr id="5" name="slide no"/>
          <p:cNvSpPr/>
          <p:nvPr/>
        </p:nvSpPr>
        <p:spPr>
          <a:xfrm>
            <a:off x="10800000" y="350000"/>
            <a:ext cx="7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300" dirty="0">
                <a:solidFill>
                  <a:srgbClr val="9FB4C0"/>
                </a:solidFill>
                <a:latin typeface="Malgun Gothic"/>
                <a:ea typeface="Malgun Gothic"/>
              </a:rPr>
              <a:t>03/12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85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 ???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700" dirty="0">
                <a:b/>
                <a:solidFill>
                  <a:srgbClr val="28D8E8"/>
                </a:solidFill>
                <a:latin typeface="Malgun Gothic"/>
                <a:ea typeface="Malgun Gothic"/>
              </a:rPr>
              <a:t>??? ????, ????? ????</a:t>
            </a:r>
          </a:p>
        </p:txBody>
      </p:sp>
      <p:sp>
        <p:nvSpPr>
          <p:cNvPr id="8" name="placeholder"/>
          <p:cNvSpPr/>
          <p:nvPr/>
        </p:nvSpPr>
        <p:spPr>
          <a:xfrm>
            <a:off x="7050000" y="1670000"/>
            <a:ext cx="4350000" cy="3420000"/>
          </a:xfrm>
          <a:prstGeom prst="roundRect">
            <a:avLst/>
          </a:prstGeom>
          <a:solidFill>
            <a:srgbClr val="0A141B"/>
          </a:solidFill>
          <a:ln w="19050">
            <a:solidFill>
              <a:srgbClr val="28D8E8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[???? ?? ??]</a:t>
            </a:r>
          </a:p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?? ?? ?? ?? ?? ?? ???? ??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00000"/>
            <a:ext cx="5850000" cy="33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????? ???? ??? ???? ???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??? ??? ? ??/??/??? ? ???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???? ????? ????? ??? ???? ??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20000"/>
            <a:ext cx="2500000" cy="3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5F7783"/>
            </a:solidFill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Malgun Gothic"/>
              </a:rPr>
              <a:t>?? ?? ??: 20?</a:t>
            </a:r>
          </a:p>
        </p:txBody>
      </p:sp>
      <p:sp>
        <p:nvSpPr>
          <p:cNvPr id="11" name="footer"/>
          <p:cNvSpPr/>
          <p:nvPr/>
        </p:nvSpPr>
        <p:spPr>
          <a:xfrm>
            <a:off x="7700000" y="6060000"/>
            <a:ext cx="38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50" dirty="0">
                <a:solidFill>
                  <a:srgbClr val="5F7783"/>
                </a:solidFill>
                <a:latin typeface="Malgun Gothic"/>
                <a:ea typeface="Malgun Gothic"/>
              </a:rPr>
              <a:t>Memory Recycler 3D | 7? ?? ?? ??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4" name="lens glow"/>
          <p:cNvSpPr/>
          <p:nvPr/>
        </p:nvSpPr>
        <p:spPr>
          <a:xfrm>
            <a:off x="10000000" y="250000"/>
            <a:ext cx="1500000" cy="150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8D8E8"/>
            </a:solidFill>
          </a:ln>
        </p:spPr>
      </p:sp>
      <p:sp>
        <p:nvSpPr>
          <p:cNvPr id="5" name="slide no"/>
          <p:cNvSpPr/>
          <p:nvPr/>
        </p:nvSpPr>
        <p:spPr>
          <a:xfrm>
            <a:off x="10800000" y="350000"/>
            <a:ext cx="7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300" dirty="0">
                <a:solidFill>
                  <a:srgbClr val="9FB4C0"/>
                </a:solidFill>
                <a:latin typeface="Malgun Gothic"/>
                <a:ea typeface="Malgun Gothic"/>
              </a:rPr>
              <a:t>04/12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85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 ????: ?? ??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700" dirty="0">
                <a:b/>
                <a:solidFill>
                  <a:srgbClr val="28D8E8"/>
                </a:solidFill>
                <a:latin typeface="Malgun Gothic"/>
                <a:ea typeface="Malgun Gothic"/>
              </a:rPr>
              <a:t>Tab ???? ??? ??? ??? ?? ???</a:t>
            </a:r>
          </a:p>
        </p:txBody>
      </p:sp>
      <p:sp>
        <p:nvSpPr>
          <p:cNvPr id="8" name="placeholder"/>
          <p:cNvSpPr/>
          <p:nvPr/>
        </p:nvSpPr>
        <p:spPr>
          <a:xfrm>
            <a:off x="7050000" y="1670000"/>
            <a:ext cx="4350000" cy="3420000"/>
          </a:xfrm>
          <a:prstGeom prst="roundRect">
            <a:avLst/>
          </a:prstGeom>
          <a:solidFill>
            <a:srgbClr val="0A141B"/>
          </a:solidFill>
          <a:ln w="19050">
            <a:solidFill>
              <a:srgbClr val="28D8E8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[???? ?? ??]</a:t>
            </a:r>
          </a:p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Tab ?? OFF/ON ??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00000"/>
            <a:ext cx="5850000" cy="33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Tab = ?? ?? ON/OFF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World Space Canvas ?? ?? UI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???? ???? billboard UI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 ?? ??? ?? ??? ?? ??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20000"/>
            <a:ext cx="2500000" cy="3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5F7783"/>
            </a:solidFill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Malgun Gothic"/>
              </a:rPr>
              <a:t>?? ?? ??: 35?</a:t>
            </a:r>
          </a:p>
        </p:txBody>
      </p:sp>
      <p:sp>
        <p:nvSpPr>
          <p:cNvPr id="11" name="footer"/>
          <p:cNvSpPr/>
          <p:nvPr/>
        </p:nvSpPr>
        <p:spPr>
          <a:xfrm>
            <a:off x="7700000" y="6060000"/>
            <a:ext cx="38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50" dirty="0">
                <a:solidFill>
                  <a:srgbClr val="5F7783"/>
                </a:solidFill>
                <a:latin typeface="Malgun Gothic"/>
                <a:ea typeface="Malgun Gothic"/>
              </a:rPr>
              <a:t>Memory Recycler 3D | 7? ?? ?? ??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4" name="lens glow"/>
          <p:cNvSpPr/>
          <p:nvPr/>
        </p:nvSpPr>
        <p:spPr>
          <a:xfrm>
            <a:off x="10000000" y="250000"/>
            <a:ext cx="1500000" cy="150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8D8E8"/>
            </a:solidFill>
          </a:ln>
        </p:spPr>
      </p:sp>
      <p:sp>
        <p:nvSpPr>
          <p:cNvPr id="5" name="slide no"/>
          <p:cNvSpPr/>
          <p:nvPr/>
        </p:nvSpPr>
        <p:spPr>
          <a:xfrm>
            <a:off x="10800000" y="350000"/>
            <a:ext cx="7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300" dirty="0">
                <a:solidFill>
                  <a:srgbClr val="9FB4C0"/>
                </a:solidFill>
                <a:latin typeface="Malgun Gothic"/>
                <a:ea typeface="Malgun Gothic"/>
              </a:rPr>
              <a:t>05/12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85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 ?? ??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700" dirty="0">
                <a:b/>
                <a:solidFill>
                  <a:srgbClr val="28D8E8"/>
                </a:solidFill>
                <a:latin typeface="Malgun Gothic"/>
                <a:ea typeface="Malgun Gothic"/>
              </a:rPr>
              <a:t>??, ??, ??, ???? ??? ???</a:t>
            </a:r>
          </a:p>
        </p:txBody>
      </p:sp>
      <p:sp>
        <p:nvSpPr>
          <p:cNvPr id="8" name="placeholder"/>
          <p:cNvSpPr/>
          <p:nvPr/>
        </p:nvSpPr>
        <p:spPr>
          <a:xfrm>
            <a:off x="7050000" y="1670000"/>
            <a:ext cx="4350000" cy="3420000"/>
          </a:xfrm>
          <a:prstGeom prst="roundRect">
            <a:avLst/>
          </a:prstGeom>
          <a:solidFill>
            <a:srgbClr val="0A141B"/>
          </a:solidFill>
          <a:ln w="19050">
            <a:solidFill>
              <a:srgbClr val="28D8E8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[???? ?? ??]</a:t>
            </a:r>
          </a:p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?? ??? ?? 4?? ??</a:t>
            </a:r>
          </a:p>
        </p:txBody>
      </p:sp>
      <p:sp>
        <p:nvSpPr>
          <p:cNvPr id="9" name="flow 0"/>
          <p:cNvSpPr/>
          <p:nvPr/>
        </p:nvSpPr>
        <p:spPr>
          <a:xfrm>
            <a:off x="620000" y="2050000"/>
            <a:ext cx="1450000" cy="7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28D8E8"/>
            </a:solidFill>
          </a:ln>
        </p:spPr>
        <p:txBody>
          <a:bodyPr wrap="square" anchor="mid"/>
          <a:lstStyle/>
          <a:p>
            <a:pPr algn="ctr"/>
            <a:r>
              <a:rPr lang="ko-KR" sz="18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</a:t>
            </a:r>
          </a:p>
        </p:txBody>
      </p:sp>
      <p:sp>
        <p:nvSpPr>
          <p:cNvPr id="10" name="arrow 0"/>
          <p:cNvSpPr/>
          <p:nvPr/>
        </p:nvSpPr>
        <p:spPr>
          <a:xfrm>
            <a:off x="2130000" y="2335000"/>
            <a:ext cx="160000" cy="8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11" name="flow 1"/>
          <p:cNvSpPr/>
          <p:nvPr/>
        </p:nvSpPr>
        <p:spPr>
          <a:xfrm>
            <a:off x="2200000" y="2050000"/>
            <a:ext cx="1450000" cy="7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28D8E8"/>
            </a:solidFill>
          </a:ln>
        </p:spPr>
        <p:txBody>
          <a:bodyPr wrap="square" anchor="mid"/>
          <a:lstStyle/>
          <a:p>
            <a:pPr algn="ctr"/>
            <a:r>
              <a:rPr lang="ko-KR" sz="18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</a:t>
            </a:r>
          </a:p>
        </p:txBody>
      </p:sp>
      <p:sp>
        <p:nvSpPr>
          <p:cNvPr id="12" name="arrow 1"/>
          <p:cNvSpPr/>
          <p:nvPr/>
        </p:nvSpPr>
        <p:spPr>
          <a:xfrm>
            <a:off x="3710000" y="2335000"/>
            <a:ext cx="160000" cy="8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13" name="flow 2"/>
          <p:cNvSpPr/>
          <p:nvPr/>
        </p:nvSpPr>
        <p:spPr>
          <a:xfrm>
            <a:off x="3780000" y="2050000"/>
            <a:ext cx="1450000" cy="7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28D8E8"/>
            </a:solidFill>
          </a:ln>
        </p:spPr>
        <p:txBody>
          <a:bodyPr wrap="square" anchor="mid"/>
          <a:lstStyle/>
          <a:p>
            <a:pPr algn="ctr"/>
            <a:r>
              <a:rPr lang="ko-KR" sz="18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</a:t>
            </a:r>
          </a:p>
        </p:txBody>
      </p:sp>
      <p:sp>
        <p:nvSpPr>
          <p:cNvPr id="14" name="arrow 2"/>
          <p:cNvSpPr/>
          <p:nvPr/>
        </p:nvSpPr>
        <p:spPr>
          <a:xfrm>
            <a:off x="5290000" y="2335000"/>
            <a:ext cx="160000" cy="8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15" name="flow 3"/>
          <p:cNvSpPr/>
          <p:nvPr/>
        </p:nvSpPr>
        <p:spPr>
          <a:xfrm>
            <a:off x="5360000" y="2050000"/>
            <a:ext cx="1450000" cy="7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28D8E8"/>
            </a:solidFill>
          </a:ln>
        </p:spPr>
        <p:txBody>
          <a:bodyPr wrap="square" anchor="mid"/>
          <a:lstStyle/>
          <a:p>
            <a:pPr algn="ctr"/>
            <a:r>
              <a:rPr lang="ko-KR" sz="180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??/??</a:t>
            </a:r>
          </a:p>
        </p:txBody>
      </p:sp>
      <p:sp>
        <p:nvSpPr>
          <p:cNvPr id="16" name="bullets"/>
          <p:cNvSpPr/>
          <p:nvPr/>
        </p:nvSpPr>
        <p:spPr>
          <a:xfrm>
            <a:off x="700000" y="3300000"/>
            <a:ext cx="5900000" cy="18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?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Malgun Gothic"/>
              </a:rPr>
              <a:t>1. ?? ?? ?? ??</a:t>
            </a:r>
          </a:p>
          <a:p>
            <a:pPr marL="342900" indent="-228600" algn="l">
              <a:buChar char="?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Malgun Gothic"/>
              </a:rPr>
              <a:t>2. ??/?? ??? ??</a:t>
            </a:r>
          </a:p>
          <a:p>
            <a:pPr marL="342900" indent="-228600" algn="l">
              <a:buChar char="?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Malgun Gothic"/>
              </a:rPr>
              <a:t>3. ??/??/??? ??</a:t>
            </a:r>
          </a:p>
          <a:p>
            <a:pPr marL="342900" indent="-228600" algn="l">
              <a:buChar char="?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Malgun Gothic"/>
              </a:rPr>
              <a:t>4. ?? ?? 3? ?? ? ?? ???? ??/??</a:t>
            </a:r>
          </a:p>
        </p:txBody>
      </p:sp>
      <p:sp>
        <p:nvSpPr>
          <p:cNvPr id="17" name="time"/>
          <p:cNvSpPr/>
          <p:nvPr/>
        </p:nvSpPr>
        <p:spPr>
          <a:xfrm>
            <a:off x="690000" y="6020000"/>
            <a:ext cx="2500000" cy="3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5F7783"/>
            </a:solidFill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Malgun Gothic"/>
              </a:rPr>
              <a:t>?? ?? ??: 30?</a:t>
            </a:r>
          </a:p>
        </p:txBody>
      </p:sp>
      <p:sp>
        <p:nvSpPr>
          <p:cNvPr id="18" name="footer"/>
          <p:cNvSpPr/>
          <p:nvPr/>
        </p:nvSpPr>
        <p:spPr>
          <a:xfrm>
            <a:off x="7700000" y="6060000"/>
            <a:ext cx="38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50" dirty="0">
                <a:solidFill>
                  <a:srgbClr val="5F7783"/>
                </a:solidFill>
                <a:latin typeface="Malgun Gothic"/>
                <a:ea typeface="Malgun Gothic"/>
              </a:rPr>
              <a:t>Memory Recycler 3D | 7? ?? ?? ??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4" name="lens glow"/>
          <p:cNvSpPr/>
          <p:nvPr/>
        </p:nvSpPr>
        <p:spPr>
          <a:xfrm>
            <a:off x="10000000" y="250000"/>
            <a:ext cx="1500000" cy="150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8D8E8"/>
            </a:solidFill>
          </a:ln>
        </p:spPr>
      </p:sp>
      <p:sp>
        <p:nvSpPr>
          <p:cNvPr id="5" name="slide no"/>
          <p:cNvSpPr/>
          <p:nvPr/>
        </p:nvSpPr>
        <p:spPr>
          <a:xfrm>
            <a:off x="10800000" y="350000"/>
            <a:ext cx="7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300" dirty="0">
                <a:solidFill>
                  <a:srgbClr val="9FB4C0"/>
                </a:solidFill>
                <a:latin typeface="Malgun Gothic"/>
                <a:ea typeface="Malgun Gothic"/>
              </a:rPr>
              <a:t>06/12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85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 ?? ?? 3?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700" dirty="0">
                <a:b/>
                <a:solidFill>
                  <a:srgbClr val="28D8E8"/>
                </a:solidFill>
                <a:latin typeface="Malgun Gothic"/>
                <a:ea typeface="Malgun Gothic"/>
              </a:rPr>
              <a:t>???, ???, ???? ??? ????</a:t>
            </a:r>
          </a:p>
        </p:txBody>
      </p:sp>
      <p:sp>
        <p:nvSpPr>
          <p:cNvPr id="8" name="placeholder"/>
          <p:cNvSpPr/>
          <p:nvPr/>
        </p:nvSpPr>
        <p:spPr>
          <a:xfrm>
            <a:off x="7050000" y="1670000"/>
            <a:ext cx="4350000" cy="3420000"/>
          </a:xfrm>
          <a:prstGeom prst="roundRect">
            <a:avLst/>
          </a:prstGeom>
          <a:solidFill>
            <a:srgbClr val="0A141B"/>
          </a:solidFill>
          <a:ln w="19050">
            <a:solidFill>
              <a:srgbClr val="28D8E8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[???? ?? ??]</a:t>
            </a:r>
          </a:p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MR3D_002 / MR3D_003 / MR3D_006 3?? ??</a:t>
            </a:r>
          </a:p>
        </p:txBody>
      </p:sp>
      <p:sp>
        <p:nvSpPr>
          <p:cNvPr id="9" name="MR3D_002"/>
          <p:cNvSpPr/>
          <p:nvPr/>
        </p:nvSpPr>
        <p:spPr>
          <a:xfrm>
            <a:off x="620000" y="1930000"/>
            <a:ext cx="1850000" cy="110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28D8E8"/>
            </a:solidFill>
          </a:ln>
        </p:spPr>
        <p:txBody>
          <a:bodyPr wrap="square" anchor="mid"/>
          <a:lstStyle/>
          <a:p>
            <a:pPr algn="ctr"/>
            <a:r>
              <a:rPr lang="ko-KR" sz="1350" dirty="0">
                <a:solidFill>
                  <a:srgbClr val="FFFFFF"/>
                </a:solidFill>
                <a:latin typeface="Malgun Gothic"/>
                <a:ea typeface="Malgun Gothic"/>
              </a:rPr>
              <a:t>MR3D_002</a:t>
            </a:r>
          </a:p>
          <a:p>
            <a:pPr algn="ctr"/>
            <a:r>
              <a:rPr lang="ko-KR" sz="1350" dirty="0">
                <a:solidFill>
                  <a:srgbClr val="FFFFFF"/>
                </a:solidFill>
                <a:latin typeface="Malgun Gothic"/>
                <a:ea typeface="Malgun Gothic"/>
              </a:rPr>
              <a:t>LensAlign
?? ??</a:t>
            </a:r>
          </a:p>
        </p:txBody>
      </p:sp>
      <p:sp>
        <p:nvSpPr>
          <p:cNvPr id="10" name="MR3D_003"/>
          <p:cNvSpPr/>
          <p:nvPr/>
        </p:nvSpPr>
        <p:spPr>
          <a:xfrm>
            <a:off x="2670000" y="1930000"/>
            <a:ext cx="1850000" cy="110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28D8E8"/>
            </a:solidFill>
          </a:ln>
        </p:spPr>
        <p:txBody>
          <a:bodyPr wrap="square" anchor="mid"/>
          <a:lstStyle/>
          <a:p>
            <a:pPr algn="ctr"/>
            <a:r>
              <a:rPr lang="ko-KR" sz="1350" dirty="0">
                <a:solidFill>
                  <a:srgbClr val="FFFFFF"/>
                </a:solidFill>
                <a:latin typeface="Malgun Gothic"/>
                <a:ea typeface="Malgun Gothic"/>
              </a:rPr>
              <a:t>MR3D_003</a:t>
            </a:r>
          </a:p>
          <a:p>
            <a:pPr algn="ctr"/>
            <a:r>
              <a:rPr lang="ko-KR" sz="1350" dirty="0">
                <a:solidFill>
                  <a:srgbClr val="FFFFFF"/>
                </a:solidFill>
                <a:latin typeface="Malgun Gothic"/>
                <a:ea typeface="Malgun Gothic"/>
              </a:rPr>
              <a:t>LensOcclude
??? ?? ??</a:t>
            </a:r>
          </a:p>
        </p:txBody>
      </p:sp>
      <p:sp>
        <p:nvSpPr>
          <p:cNvPr id="11" name="MR3D_006"/>
          <p:cNvSpPr/>
          <p:nvPr/>
        </p:nvSpPr>
        <p:spPr>
          <a:xfrm>
            <a:off x="4720000" y="1930000"/>
            <a:ext cx="1850000" cy="110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28D8E8"/>
            </a:solidFill>
          </a:ln>
        </p:spPr>
        <p:txBody>
          <a:bodyPr wrap="square" anchor="mid"/>
          <a:lstStyle/>
          <a:p>
            <a:pPr algn="ctr"/>
            <a:r>
              <a:rPr lang="ko-KR" sz="1350" dirty="0">
                <a:solidFill>
                  <a:srgbClr val="FFFFFF"/>
                </a:solidFill>
                <a:latin typeface="Malgun Gothic"/>
                <a:ea typeface="Malgun Gothic"/>
              </a:rPr>
              <a:t>MR3D_006</a:t>
            </a:r>
          </a:p>
          <a:p>
            <a:pPr algn="ctr"/>
            <a:r>
              <a:rPr lang="ko-KR" sz="1350" dirty="0">
                <a:solidFill>
                  <a:srgbClr val="FFFFFF"/>
                </a:solidFill>
                <a:latin typeface="Malgun Gothic"/>
                <a:ea typeface="Malgun Gothic"/>
              </a:rPr>
              <a:t>Stillness
???? ? ??</a:t>
            </a:r>
          </a:p>
        </p:txBody>
      </p:sp>
      <p:sp>
        <p:nvSpPr>
          <p:cNvPr id="12" name="bullets"/>
          <p:cNvSpPr/>
          <p:nvPr/>
        </p:nvSpPr>
        <p:spPr>
          <a:xfrm>
            <a:off x="700000" y="3450000"/>
            <a:ext cx="5900000" cy="15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?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Malgun Gothic"/>
              </a:rPr>
              <a:t>?? ??? Sequence fallback ??</a:t>
            </a:r>
          </a:p>
          <a:p>
            <a:pPr marL="342900" indent="-228600" algn="l">
              <a:buChar char="?"/>
            </a:pPr>
            <a:r>
              <a:rPr lang="ko-KR" sz="1450" dirty="0">
                <a:solidFill>
                  <a:srgbClr val="F2F8FF"/>
                </a:solidFill>
                <a:latin typeface="Malgun Gothic"/>
                <a:ea typeface="Malgun Gothic"/>
              </a:rPr>
              <a:t>???? ??? ??? ??? ??</a:t>
            </a:r>
          </a:p>
        </p:txBody>
      </p:sp>
      <p:sp>
        <p:nvSpPr>
          <p:cNvPr id="13" name="time"/>
          <p:cNvSpPr/>
          <p:nvPr/>
        </p:nvSpPr>
        <p:spPr>
          <a:xfrm>
            <a:off x="690000" y="6020000"/>
            <a:ext cx="2500000" cy="3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5F7783"/>
            </a:solidFill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Malgun Gothic"/>
              </a:rPr>
              <a:t>?? ?? ??: 35?</a:t>
            </a:r>
          </a:p>
        </p:txBody>
      </p:sp>
      <p:sp>
        <p:nvSpPr>
          <p:cNvPr id="14" name="footer"/>
          <p:cNvSpPr/>
          <p:nvPr/>
        </p:nvSpPr>
        <p:spPr>
          <a:xfrm>
            <a:off x="7700000" y="6060000"/>
            <a:ext cx="38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50" dirty="0">
                <a:solidFill>
                  <a:srgbClr val="5F7783"/>
                </a:solidFill>
                <a:latin typeface="Malgun Gothic"/>
                <a:ea typeface="Malgun Gothic"/>
              </a:rPr>
              <a:t>Memory Recycler 3D | 7? ?? ?? ??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4" name="lens glow"/>
          <p:cNvSpPr/>
          <p:nvPr/>
        </p:nvSpPr>
        <p:spPr>
          <a:xfrm>
            <a:off x="10000000" y="250000"/>
            <a:ext cx="1500000" cy="150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8D8E8"/>
            </a:solidFill>
          </a:ln>
        </p:spPr>
      </p:sp>
      <p:sp>
        <p:nvSpPr>
          <p:cNvPr id="5" name="slide no"/>
          <p:cNvSpPr/>
          <p:nvPr/>
        </p:nvSpPr>
        <p:spPr>
          <a:xfrm>
            <a:off x="10800000" y="350000"/>
            <a:ext cx="7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300" dirty="0">
                <a:solidFill>
                  <a:srgbClr val="9FB4C0"/>
                </a:solidFill>
                <a:latin typeface="Malgun Gothic"/>
                <a:ea typeface="Malgun Gothic"/>
              </a:rPr>
              <a:t>07/12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85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 / ?? / ???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700" dirty="0">
                <a:b/>
                <a:solidFill>
                  <a:srgbClr val="28D8E8"/>
                </a:solidFill>
                <a:latin typeface="Malgun Gothic"/>
                <a:ea typeface="Malgun Gothic"/>
              </a:rPr>
              <a:t>??? ??? ?? ??? ???</a:t>
            </a:r>
          </a:p>
        </p:txBody>
      </p:sp>
      <p:sp>
        <p:nvSpPr>
          <p:cNvPr id="8" name="placeholder"/>
          <p:cNvSpPr/>
          <p:nvPr/>
        </p:nvSpPr>
        <p:spPr>
          <a:xfrm>
            <a:off x="7050000" y="1670000"/>
            <a:ext cx="4350000" cy="3420000"/>
          </a:xfrm>
          <a:prstGeom prst="roundRect">
            <a:avLst/>
          </a:prstGeom>
          <a:solidFill>
            <a:srgbClr val="0A141B"/>
          </a:solidFill>
          <a:ln w="19050">
            <a:solidFill>
              <a:srgbClr val="28D8E8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[???? ?? ??]</a:t>
            </a:r>
          </a:p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??/??/??? ?? UI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00000"/>
            <a:ext cx="5850000" cy="33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??: ?? 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??: ?? ?? ???, 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???: ???? ???? ??, ?? ???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20000"/>
            <a:ext cx="2500000" cy="3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5F7783"/>
            </a:solidFill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Malgun Gothic"/>
              </a:rPr>
              <a:t>?? ?? ??: 25?</a:t>
            </a:r>
          </a:p>
        </p:txBody>
      </p:sp>
      <p:sp>
        <p:nvSpPr>
          <p:cNvPr id="11" name="footer"/>
          <p:cNvSpPr/>
          <p:nvPr/>
        </p:nvSpPr>
        <p:spPr>
          <a:xfrm>
            <a:off x="7700000" y="6060000"/>
            <a:ext cx="38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50" dirty="0">
                <a:solidFill>
                  <a:srgbClr val="5F7783"/>
                </a:solidFill>
                <a:latin typeface="Malgun Gothic"/>
                <a:ea typeface="Malgun Gothic"/>
              </a:rPr>
              <a:t>Memory Recycler 3D | 7? ?? ?? ??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4" name="lens glow"/>
          <p:cNvSpPr/>
          <p:nvPr/>
        </p:nvSpPr>
        <p:spPr>
          <a:xfrm>
            <a:off x="10000000" y="250000"/>
            <a:ext cx="1500000" cy="150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8D8E8"/>
            </a:solidFill>
          </a:ln>
        </p:spPr>
      </p:sp>
      <p:sp>
        <p:nvSpPr>
          <p:cNvPr id="5" name="slide no"/>
          <p:cNvSpPr/>
          <p:nvPr/>
        </p:nvSpPr>
        <p:spPr>
          <a:xfrm>
            <a:off x="10800000" y="350000"/>
            <a:ext cx="7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300" dirty="0">
                <a:solidFill>
                  <a:srgbClr val="9FB4C0"/>
                </a:solidFill>
                <a:latin typeface="Malgun Gothic"/>
                <a:ea typeface="Malgun Gothic"/>
              </a:rPr>
              <a:t>08/12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85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PlayerMemoryLog? ???? ??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700" dirty="0">
                <a:b/>
                <a:solidFill>
                  <a:srgbClr val="28D8E8"/>
                </a:solidFill>
                <a:latin typeface="Malgun Gothic"/>
                <a:ea typeface="Malgun Gothic"/>
              </a:rPr>
              <a:t>????? ????? ???? ????</a:t>
            </a:r>
          </a:p>
        </p:txBody>
      </p:sp>
      <p:sp>
        <p:nvSpPr>
          <p:cNvPr id="8" name="placeholder"/>
          <p:cNvSpPr/>
          <p:nvPr/>
        </p:nvSpPr>
        <p:spPr>
          <a:xfrm>
            <a:off x="7050000" y="1670000"/>
            <a:ext cx="4350000" cy="3420000"/>
          </a:xfrm>
          <a:prstGeom prst="roundRect">
            <a:avLst/>
          </a:prstGeom>
          <a:solidFill>
            <a:srgbClr val="0A141B"/>
          </a:solidFill>
          <a:ln w="19050">
            <a:solidFill>
              <a:srgbClr val="28D8E8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[???? ?? ??]</a:t>
            </a:r>
          </a:p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???? ???? ?? UI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00000"/>
            <a:ext cx="5850000" cy="33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 ??? ?? 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 ??, ?? ??, ?? 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 ? ???? ???? 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??? ???? ????? ???? ??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20000"/>
            <a:ext cx="2500000" cy="3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5F7783"/>
            </a:solidFill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Malgun Gothic"/>
              </a:rPr>
              <a:t>?? ?? ??: 30?</a:t>
            </a:r>
          </a:p>
        </p:txBody>
      </p:sp>
      <p:sp>
        <p:nvSpPr>
          <p:cNvPr id="11" name="footer"/>
          <p:cNvSpPr/>
          <p:nvPr/>
        </p:nvSpPr>
        <p:spPr>
          <a:xfrm>
            <a:off x="7700000" y="6060000"/>
            <a:ext cx="38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50" dirty="0">
                <a:solidFill>
                  <a:srgbClr val="5F7783"/>
                </a:solidFill>
                <a:latin typeface="Malgun Gothic"/>
                <a:ea typeface="Malgun Gothic"/>
              </a:rPr>
              <a:t>Memory Recycler 3D | 7? ?? ?? ??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4" name="lens glow"/>
          <p:cNvSpPr/>
          <p:nvPr/>
        </p:nvSpPr>
        <p:spPr>
          <a:xfrm>
            <a:off x="10000000" y="250000"/>
            <a:ext cx="1500000" cy="150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8D8E8"/>
            </a:solidFill>
          </a:ln>
        </p:spPr>
      </p:sp>
      <p:sp>
        <p:nvSpPr>
          <p:cNvPr id="5" name="slide no"/>
          <p:cNvSpPr/>
          <p:nvPr/>
        </p:nvSpPr>
        <p:spPr>
          <a:xfrm>
            <a:off x="10800000" y="350000"/>
            <a:ext cx="7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300" dirty="0">
                <a:solidFill>
                  <a:srgbClr val="9FB4C0"/>
                </a:solidFill>
                <a:latin typeface="Malgun Gothic"/>
                <a:ea typeface="Malgun Gothic"/>
              </a:rPr>
              <a:t>09/12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85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???/??? ??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700" dirty="0">
                <a:b/>
                <a:solidFill>
                  <a:srgbClr val="28D8E8"/>
                </a:solidFill>
                <a:latin typeface="Malgun Gothic"/>
                <a:ea typeface="Malgun Gothic"/>
              </a:rPr>
              <a:t>?? ???? ??, ??, ??, ??? ????</a:t>
            </a:r>
          </a:p>
        </p:txBody>
      </p:sp>
      <p:sp>
        <p:nvSpPr>
          <p:cNvPr id="8" name="placeholder"/>
          <p:cNvSpPr/>
          <p:nvPr/>
        </p:nvSpPr>
        <p:spPr>
          <a:xfrm>
            <a:off x="7050000" y="1670000"/>
            <a:ext cx="4350000" cy="3420000"/>
          </a:xfrm>
          <a:prstGeom prst="roundRect">
            <a:avLst/>
          </a:prstGeom>
          <a:solidFill>
            <a:srgbClr val="0A141B"/>
          </a:solidFill>
          <a:ln w="19050">
            <a:solidFill>
              <a:srgbClr val="28D8E8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[???? ?? ??]</a:t>
            </a:r>
          </a:p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??? ?? ?????</a:t>
            </a:r>
          </a:p>
        </p:txBody>
      </p:sp>
      <p:sp>
        <p:nvSpPr>
          <p:cNvPr id="9" name="class table"/>
          <p:cNvSpPr/>
          <p:nvPr/>
        </p:nvSpPr>
        <p:spPr>
          <a:xfrm>
            <a:off x="620000" y="1750000"/>
            <a:ext cx="5900000" cy="305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28D8E8"/>
            </a:solidFill>
          </a:ln>
        </p:spPr>
        <p:txBody>
          <a:bodyPr wrap="square" anchor="mid"/>
          <a:lstStyle/>
          <a:p>
            <a:pPr algn="l"/>
            <a:r>
              <a:rPr lang="ko-KR" sz="1250" dirty="0">
                <a:solidFill>
                  <a:srgbClr val="F2F8FF"/>
                </a:solidFill>
                <a:latin typeface="Malgun Gothic"/>
                <a:ea typeface="Malgun Gothic"/>
              </a:rPr>
              <a:t>MemoryManager3D  | ?? ??/?? ??</a:t>
            </a:r>
          </a:p>
          <a:p>
            <a:pPr algn="l"/>
            <a:r>
              <a:rPr lang="ko-KR" sz="1250" dirty="0">
                <a:solidFill>
                  <a:srgbClr val="F2F8FF"/>
                </a:solidFill>
                <a:latin typeface="Malgun Gothic"/>
                <a:ea typeface="Malgun Gothic"/>
              </a:rPr>
              <a:t>UIManager3D  | HUD/??/??/?? UI</a:t>
            </a:r>
          </a:p>
          <a:p>
            <a:pPr algn="l"/>
            <a:r>
              <a:rPr lang="ko-KR" sz="1250" dirty="0">
                <a:solidFill>
                  <a:srgbClr val="F2F8FF"/>
                </a:solidFill>
                <a:latin typeface="Malgun Gothic"/>
                <a:ea typeface="Malgun Gothic"/>
              </a:rPr>
              <a:t>MemoryLensEcho3D  | ?? ?? ??</a:t>
            </a:r>
          </a:p>
          <a:p>
            <a:pPr algn="l"/>
            <a:r>
              <a:rPr lang="ko-KR" sz="1250" dirty="0">
                <a:solidFill>
                  <a:srgbClr val="F2F8FF"/>
                </a:solidFill>
                <a:latin typeface="Malgun Gothic"/>
                <a:ea typeface="Malgun Gothic"/>
              </a:rPr>
              <a:t>PlayerMemoryLog3D  | ??/??/?? ?? ??</a:t>
            </a:r>
          </a:p>
          <a:p>
            <a:pPr algn="l"/>
            <a:r>
              <a:rPr lang="ko-KR" sz="1250" dirty="0">
                <a:solidFill>
                  <a:srgbClr val="F2F8FF"/>
                </a:solidFill>
                <a:latin typeface="Malgun Gothic"/>
                <a:ea typeface="Malgun Gothic"/>
              </a:rPr>
              <a:t>ArchiveTerminal3D  | ?? ????/?? ??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20000"/>
            <a:ext cx="2500000" cy="3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5F7783"/>
            </a:solidFill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Malgun Gothic"/>
              </a:rPr>
              <a:t>?? ?? ??: 30?</a:t>
            </a:r>
          </a:p>
        </p:txBody>
      </p:sp>
      <p:sp>
        <p:nvSpPr>
          <p:cNvPr id="11" name="footer"/>
          <p:cNvSpPr/>
          <p:nvPr/>
        </p:nvSpPr>
        <p:spPr>
          <a:xfrm>
            <a:off x="7700000" y="6060000"/>
            <a:ext cx="38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50" dirty="0">
                <a:solidFill>
                  <a:srgbClr val="5F7783"/>
                </a:solidFill>
                <a:latin typeface="Malgun Gothic"/>
                <a:ea typeface="Malgun Gothic"/>
              </a:rPr>
              <a:t>Memory Recycler 3D | 7? ?? ?? ??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4" name="lens glow"/>
          <p:cNvSpPr/>
          <p:nvPr/>
        </p:nvSpPr>
        <p:spPr>
          <a:xfrm>
            <a:off x="10000000" y="250000"/>
            <a:ext cx="1500000" cy="150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8D8E8"/>
            </a:solidFill>
          </a:ln>
        </p:spPr>
      </p:sp>
      <p:sp>
        <p:nvSpPr>
          <p:cNvPr id="5" name="slide no"/>
          <p:cNvSpPr/>
          <p:nvPr/>
        </p:nvSpPr>
        <p:spPr>
          <a:xfrm>
            <a:off x="10800000" y="350000"/>
            <a:ext cx="7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300" dirty="0">
                <a:solidFill>
                  <a:srgbClr val="9FB4C0"/>
                </a:solidFill>
                <a:latin typeface="Malgun Gothic"/>
                <a:ea typeface="Malgun Gothic"/>
              </a:rPr>
              <a:t>10/12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85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 ??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700" dirty="0">
                <a:b/>
                <a:solidFill>
                  <a:srgbClr val="28D8E8"/>
                </a:solidFill>
                <a:latin typeface="Malgun Gothic"/>
                <a:ea typeface="Malgun Gothic"/>
              </a:rPr>
              <a:t>? ??? ?? ??? ?? ??? ????</a:t>
            </a:r>
          </a:p>
        </p:txBody>
      </p:sp>
      <p:sp>
        <p:nvSpPr>
          <p:cNvPr id="8" name="placeholder"/>
          <p:cNvSpPr/>
          <p:nvPr/>
        </p:nvSpPr>
        <p:spPr>
          <a:xfrm>
            <a:off x="7050000" y="1670000"/>
            <a:ext cx="4350000" cy="3420000"/>
          </a:xfrm>
          <a:prstGeom prst="roundRect">
            <a:avLst/>
          </a:prstGeom>
          <a:solidFill>
            <a:srgbClr val="08151E"/>
          </a:solidFill>
          <a:ln w="19050">
            <a:solidFill>
              <a:srgbClr val="28D8E8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[?? ?? ?? ??]</a:t>
            </a:r>
          </a:p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?? ?? ?? ?? (2? 30?)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00000"/>
            <a:ext cx="5850000" cy="33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 ? ?? ?? ? ?? ?? ? ???? ?? 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 ??: 2? 30?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 ?? ??? ? ????? ?? ??? ??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20000"/>
            <a:ext cx="2500000" cy="3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5F7783"/>
            </a:solidFill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Malgun Gothic"/>
              </a:rPr>
              <a:t>?? ?? ??: 2? 30?</a:t>
            </a:r>
          </a:p>
        </p:txBody>
      </p:sp>
      <p:sp>
        <p:nvSpPr>
          <p:cNvPr id="11" name="footer"/>
          <p:cNvSpPr/>
          <p:nvPr/>
        </p:nvSpPr>
        <p:spPr>
          <a:xfrm>
            <a:off x="7700000" y="6060000"/>
            <a:ext cx="38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50" dirty="0">
                <a:solidFill>
                  <a:srgbClr val="5F7783"/>
                </a:solidFill>
                <a:latin typeface="Malgun Gothic"/>
                <a:ea typeface="Malgun Gothic"/>
              </a:rPr>
              <a:t>Memory Recycler 3D | 7? ?? ?? ??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4" name="lens glow"/>
          <p:cNvSpPr/>
          <p:nvPr/>
        </p:nvSpPr>
        <p:spPr>
          <a:xfrm>
            <a:off x="10000000" y="250000"/>
            <a:ext cx="1500000" cy="150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8D8E8"/>
            </a:solidFill>
          </a:ln>
        </p:spPr>
      </p:sp>
      <p:sp>
        <p:nvSpPr>
          <p:cNvPr id="5" name="slide no"/>
          <p:cNvSpPr/>
          <p:nvPr/>
        </p:nvSpPr>
        <p:spPr>
          <a:xfrm>
            <a:off x="10800000" y="350000"/>
            <a:ext cx="7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300" dirty="0">
                <a:solidFill>
                  <a:srgbClr val="9FB4C0"/>
                </a:solidFill>
                <a:latin typeface="Malgun Gothic"/>
                <a:ea typeface="Malgun Gothic"/>
              </a:rPr>
              <a:t>11/12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85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??? ? ?? ??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700" dirty="0">
                <a:b/>
                <a:solidFill>
                  <a:srgbClr val="28D8E8"/>
                </a:solidFill>
                <a:latin typeface="Malgun Gothic"/>
                <a:ea typeface="Malgun Gothic"/>
              </a:rPr>
              <a:t>3? ?? ??? 8? ?? ??? ??? ? ??</a:t>
            </a:r>
          </a:p>
        </p:txBody>
      </p:sp>
      <p:sp>
        <p:nvSpPr>
          <p:cNvPr id="8" name="placeholder"/>
          <p:cNvSpPr/>
          <p:nvPr/>
        </p:nvSpPr>
        <p:spPr>
          <a:xfrm>
            <a:off x="7050000" y="1670000"/>
            <a:ext cx="4350000" cy="3420000"/>
          </a:xfrm>
          <a:prstGeom prst="roundRect">
            <a:avLst/>
          </a:prstGeom>
          <a:solidFill>
            <a:srgbClr val="0A141B"/>
          </a:solidFill>
          <a:ln w="19050">
            <a:solidFill>
              <a:srgbClr val="28D8E8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[???? ?? ??]</a:t>
            </a:r>
          </a:p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?? ?? / ?? ?? ?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00000"/>
            <a:ext cx="5850000" cy="33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??: 8? ?? ? 3? ?? 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??: 8? ?? ??? ?? ?? ????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 ??? ?? ?? ???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 ??/?? ??? ????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20000"/>
            <a:ext cx="2500000" cy="3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5F7783"/>
            </a:solidFill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Malgun Gothic"/>
              </a:rPr>
              <a:t>?? ?? ??: 20?</a:t>
            </a:r>
          </a:p>
        </p:txBody>
      </p:sp>
      <p:sp>
        <p:nvSpPr>
          <p:cNvPr id="11" name="footer"/>
          <p:cNvSpPr/>
          <p:nvPr/>
        </p:nvSpPr>
        <p:spPr>
          <a:xfrm>
            <a:off x="7700000" y="6060000"/>
            <a:ext cx="38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50" dirty="0">
                <a:solidFill>
                  <a:srgbClr val="5F7783"/>
                </a:solidFill>
                <a:latin typeface="Malgun Gothic"/>
                <a:ea typeface="Malgun Gothic"/>
              </a:rPr>
              <a:t>Memory Recycler 3D | 7? ?? ?? ??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panel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018"/>
          </a:solidFill>
          <a:ln>
            <a:noFill/>
          </a:ln>
        </p:spPr>
      </p:sp>
      <p:sp>
        <p:nvSpPr>
          <p:cNvPr id="3" name="top accent"/>
          <p:cNvSpPr/>
          <p:nvPr/>
        </p:nvSpPr>
        <p:spPr>
          <a:xfrm>
            <a:off x="0" y="0"/>
            <a:ext cx="12192000" cy="90000"/>
          </a:xfrm>
          <a:prstGeom prst="rect">
            <a:avLst/>
          </a:prstGeom>
          <a:solidFill>
            <a:srgbClr val="28D8E8"/>
          </a:solidFill>
          <a:ln>
            <a:noFill/>
          </a:ln>
        </p:spPr>
      </p:sp>
      <p:sp>
        <p:nvSpPr>
          <p:cNvPr id="4" name="lens glow"/>
          <p:cNvSpPr/>
          <p:nvPr/>
        </p:nvSpPr>
        <p:spPr>
          <a:xfrm>
            <a:off x="10000000" y="250000"/>
            <a:ext cx="1500000" cy="1500000"/>
          </a:xfrm>
          <a:prstGeom prst="roundRect">
            <a:avLst/>
          </a:prstGeom>
          <a:solidFill>
            <a:srgbClr val="102B3A"/>
          </a:solidFill>
          <a:ln w="19050">
            <a:solidFill>
              <a:srgbClr val="28D8E8"/>
            </a:solidFill>
          </a:ln>
        </p:spPr>
      </p:sp>
      <p:sp>
        <p:nvSpPr>
          <p:cNvPr id="5" name="slide no"/>
          <p:cNvSpPr/>
          <p:nvPr/>
        </p:nvSpPr>
        <p:spPr>
          <a:xfrm>
            <a:off x="10800000" y="350000"/>
            <a:ext cx="7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ko-KR" sz="1300" dirty="0">
                <a:solidFill>
                  <a:srgbClr val="9FB4C0"/>
                </a:solidFill>
                <a:latin typeface="Malgun Gothic"/>
                <a:ea typeface="Malgun Gothic"/>
              </a:rPr>
              <a:t>12/12</a:t>
            </a:r>
          </a:p>
        </p:txBody>
      </p:sp>
      <p:sp>
        <p:nvSpPr>
          <p:cNvPr id="6" name="title"/>
          <p:cNvSpPr/>
          <p:nvPr/>
        </p:nvSpPr>
        <p:spPr>
          <a:xfrm>
            <a:off x="520000" y="420000"/>
            <a:ext cx="7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2850" dirty="0">
                <a:b/>
                <a:solidFill>
                  <a:srgbClr val="FFFFFF"/>
                </a:solidFill>
                <a:latin typeface="Malgun Gothic"/>
                <a:ea typeface="Malgun Gothic"/>
              </a:rPr>
              <a:t>??? / Q&amp;A</a:t>
            </a:r>
          </a:p>
        </p:txBody>
      </p:sp>
      <p:sp>
        <p:nvSpPr>
          <p:cNvPr id="7" name="message"/>
          <p:cNvSpPr/>
          <p:nvPr/>
        </p:nvSpPr>
        <p:spPr>
          <a:xfrm>
            <a:off x="560000" y="1050000"/>
            <a:ext cx="820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700" dirty="0">
                <a:b/>
                <a:solidFill>
                  <a:srgbClr val="28D8E8"/>
                </a:solidFill>
                <a:latin typeface="Malgun Gothic"/>
                <a:ea typeface="Malgun Gothic"/>
              </a:rPr>
              <a:t>????? ???? ?? ??? ??? ????? ????</a:t>
            </a:r>
          </a:p>
        </p:txBody>
      </p:sp>
      <p:sp>
        <p:nvSpPr>
          <p:cNvPr id="8" name="placeholder"/>
          <p:cNvSpPr/>
          <p:nvPr/>
        </p:nvSpPr>
        <p:spPr>
          <a:xfrm>
            <a:off x="7050000" y="1670000"/>
            <a:ext cx="4350000" cy="3420000"/>
          </a:xfrm>
          <a:prstGeom prst="roundRect">
            <a:avLst/>
          </a:prstGeom>
          <a:solidFill>
            <a:srgbClr val="0A141B"/>
          </a:solidFill>
          <a:ln w="19050">
            <a:solidFill>
              <a:srgbClr val="28D8E8"/>
            </a:solidFill>
            <a:prstDash val="dash"/>
          </a:ln>
        </p:spPr>
        <p:txBody>
          <a:bodyPr wrap="square" anchor="mid"/>
          <a:lstStyle/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[???? ?? ??]</a:t>
            </a:r>
          </a:p>
          <a:p>
            <a:pPr algn="ctr"/>
            <a:r>
              <a:rPr lang="ko-KR" sz="1650" dirty="0">
                <a:solidFill>
                  <a:srgbClr val="9FB4C0"/>
                </a:solidFill>
                <a:latin typeface="Malgun Gothic"/>
                <a:ea typeface="Malgun Gothic"/>
              </a:rPr>
              <a:t>?? ?? ?? ?? ???? ???</a:t>
            </a:r>
          </a:p>
        </p:txBody>
      </p:sp>
      <p:sp>
        <p:nvSpPr>
          <p:cNvPr id="9" name="bullets"/>
          <p:cNvSpPr/>
          <p:nvPr/>
        </p:nvSpPr>
        <p:spPr>
          <a:xfrm>
            <a:off x="690000" y="1800000"/>
            <a:ext cx="5850000" cy="33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 ??: UI? 3D ??? ???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 ??: ??/??/????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???? ??: ????? ???? ??</a:t>
            </a:r>
          </a:p>
          <a:p>
            <a:pPr marL="342900" indent="-228600" algn="l">
              <a:buChar char="?"/>
            </a:pPr>
            <a:r>
              <a:rPr lang="ko-KR" sz="1500" dirty="0">
                <a:solidFill>
                  <a:srgbClr val="F2F8FF"/>
                </a:solidFill>
                <a:latin typeface="Malgun Gothic"/>
                <a:ea typeface="Malgun Gothic"/>
              </a:rPr>
              <a:t>??: ??? ????? ????</a:t>
            </a:r>
          </a:p>
        </p:txBody>
      </p:sp>
      <p:sp>
        <p:nvSpPr>
          <p:cNvPr id="10" name="time"/>
          <p:cNvSpPr/>
          <p:nvPr/>
        </p:nvSpPr>
        <p:spPr>
          <a:xfrm>
            <a:off x="690000" y="6020000"/>
            <a:ext cx="2500000" cy="320000"/>
          </a:xfrm>
          <a:prstGeom prst="roundRect">
            <a:avLst/>
          </a:prstGeom>
          <a:solidFill>
            <a:srgbClr val="0E2230"/>
          </a:solidFill>
          <a:ln w="19050">
            <a:solidFill>
              <a:srgbClr val="5F7783"/>
            </a:solidFill>
          </a:ln>
        </p:spPr>
        <p:txBody>
          <a:bodyPr wrap="square" anchor="mid"/>
          <a:lstStyle/>
          <a:p>
            <a:pPr algn="ctr"/>
            <a:r>
              <a:rPr lang="ko-KR" sz="1200" dirty="0">
                <a:solidFill>
                  <a:srgbClr val="9FB4C0"/>
                </a:solidFill>
                <a:latin typeface="Malgun Gothic"/>
                <a:ea typeface="Malgun Gothic"/>
              </a:rPr>
              <a:t>?? ?? ??: 10?</a:t>
            </a:r>
          </a:p>
        </p:txBody>
      </p:sp>
      <p:sp>
        <p:nvSpPr>
          <p:cNvPr id="11" name="footer"/>
          <p:cNvSpPr/>
          <p:nvPr/>
        </p:nvSpPr>
        <p:spPr>
          <a:xfrm>
            <a:off x="7700000" y="6060000"/>
            <a:ext cx="38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ko-KR" sz="1050" dirty="0">
                <a:solidFill>
                  <a:srgbClr val="5F7783"/>
                </a:solidFill>
                <a:latin typeface="Malgun Gothic"/>
                <a:ea typeface="Malgun Gothic"/>
              </a:rPr>
              <a:t>Memory Recycler 3D | 7? ?? ?? ??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R3D Dark">
  <a:themeElements>
    <a:clrScheme name="MR3D">
      <a:dk1>
        <a:srgbClr val="071018"/>
      </a:dk1>
      <a:lt1>
        <a:srgbClr val="F2F8FF"/>
      </a:lt1>
      <a:dk2>
        <a:srgbClr val="0E2230"/>
      </a:dk2>
      <a:lt2>
        <a:srgbClr val="9FB4C0"/>
      </a:lt2>
      <a:accent1>
        <a:srgbClr val="28D8E8"/>
      </a:accent1>
      <a:accent2>
        <a:srgbClr val="3B82F6"/>
      </a:accent2>
      <a:accent3>
        <a:srgbClr val="67E8A6"/>
      </a:accent3>
      <a:accent4>
        <a:srgbClr val="F8D66D"/>
      </a:accent4>
      <a:accent5>
        <a:srgbClr val="E46D78"/>
      </a:accent5>
      <a:accent6>
        <a:srgbClr val="5F7783"/>
      </a:accent6>
      <a:hlink>
        <a:srgbClr val="28D8E8"/>
      </a:hlink>
      <a:folHlink>
        <a:srgbClr val="3B82F6"/>
      </a:folHlink>
    </a:clrScheme>
    <a:fontScheme name="MR3D">
      <a:majorFont>
        <a:latin typeface="Malgun Gothic"/>
        <a:ea typeface="Malgun Gothic"/>
        <a:cs typeface="Arial"/>
      </a:majorFont>
      <a:minorFont>
        <a:latin typeface="Malgun Gothic"/>
        <a:ea typeface="Malgun Gothic"/>
        <a:cs typeface="Arial"/>
      </a:minorFont>
    </a:fontScheme>
    <a:fmtScheme name="MR3D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OpenXML</Application>
  <PresentationFormat>On-screen Show (16:9)</PresentationFormat>
  <Slides>12</Slides>
  <Company>Memory Recycler 3D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Recycler 3D Final Presentation Draft</dc:title>
  <dc:creator>Codex</dc:creator>
  <cp:lastModifiedBy>Codex</cp:lastModifiedBy>
</cp:coreProperties>
</file>